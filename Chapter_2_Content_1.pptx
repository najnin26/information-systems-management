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91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in Global Business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94960" y="10972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w1/im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48598"/>
            <a:ext cx="3200400" cy="2532004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27432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Management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</a:t>
            </a:r>
          </a:p>
          <a:p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</a:t>
            </a:r>
            <a:r>
              <a:rPr lang="en-US" dirty="0">
                <a:solidFill>
                  <a:schemeClr val="bg1"/>
                </a:solidFill>
              </a:rPr>
              <a:t>MIS0611401</a:t>
            </a: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Najnin</a:t>
            </a:r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Sultana </a:t>
            </a:r>
            <a:r>
              <a:rPr lang="en-US" sz="16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Shirin</a:t>
            </a:r>
            <a:endParaRPr lang="en-US" sz="1600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CSE, Uttara University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are the backbone of modern organizations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hardware, software, data, people, processes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process, store, distribute information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globalized economy, IS are strategic assets, not just support tools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international competition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complex supply chains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value to customers worldwide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Importance of Information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system of modern organizations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operations across borders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complex supply chains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quickly to market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people, processes, technology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data into meaningful information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informed decisions by managers and employees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 in Business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2449002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38528"/>
            <a:ext cx="1645920" cy="1572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inventory, logistics, supplier performance in real time</a:t>
            </a:r>
            <a:endParaRPr lang="en-US" sz="12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Walmart: operational excellence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2449002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customer data, personalizes service</a:t>
            </a:r>
            <a:endParaRPr lang="en-US" sz="120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recommendation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2449002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accurate processing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systems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2449002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employees worldwide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Teams, Slack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228003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tasks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costs, improves productivity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228003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new products and services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iTunes digital music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228003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Competitiveness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real-time insights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 for strong IS firms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228003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7373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necessary in many industries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introducing ATMs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Six Strategic Business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Excellence: streamline processes, cut costs, boost productivity</a:t>
            </a:r>
            <a:endParaRPr lang="en-US" sz="125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&amp; Services: innovation, digital transformation</a:t>
            </a:r>
            <a:endParaRPr lang="en-US" sz="125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Supplier Intimacy: stronger relationships, responsiveness</a:t>
            </a:r>
            <a:endParaRPr lang="en-US" sz="125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 Making: less uncertainty, real-time analytics</a:t>
            </a:r>
            <a:endParaRPr lang="en-US" sz="125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Advantage: outperform rivals</a:t>
            </a:r>
            <a:endParaRPr lang="en-US" sz="125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Survival: adoption needed to stay competitive</a:t>
            </a:r>
            <a:endParaRPr lang="en-US" sz="1250" dirty="0"/>
          </a:p>
        </p:txBody>
      </p:sp>
      <p:pic>
        <p:nvPicPr>
          <p:cNvPr id="5" name="Image 0" descr="w1/im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61158"/>
            <a:ext cx="4341412" cy="3434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and New Products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89626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processes, cuts costs, improves productivity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integrated workflows remove inefficiency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operations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real-time inventory: fewer stockouts and less excess stock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costs, higher satisfaction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89626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&amp; Services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new products, services, business models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digital transformation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iTunes: digital music distribution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Netflix: DVD rentals to online streaming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Reshaped entertainment worldwide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Intimacy and Decision Making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77699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Supplier Intimacy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long-term success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analyzes data, personalizes experiences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systems ensure smooth collaboration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tailored suggestions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Dell: suppliers integrated into production, fewer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81635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 Making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face uncertainty and incomplete information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gives real-time analytics and dashboards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dashboards monitor network and service metrics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accurate decisions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strategic action; lower risk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and Survival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796871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IS users outperform rivals: efficient, innovative, responsive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Uber: connects drivers and passengers, convenience and transparency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Zara: fast-fashion supply chain, rapid response to trends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can redefine industries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81635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essential, not optional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that fail risk becoming obsolete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needed ATMs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bKash: digital banking, mobile payments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aligned with customer expectations and standards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</a:t>
            </a:r>
            <a:r>
              <a:rPr lang="en-US" sz="2600" b="1" dirty="0" smtClean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Information Systems, the strategic hub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surrounding nodes, one per objective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how IS enables each objective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supports competitive advantage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and services drive customer intimacy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decision-making strengthens survival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 a strategic asset, not just a technical tool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efficiency, innovation, relationships, decisions, competitiveness, survival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Case Studies: Excellence and New Products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389367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Walmart real-time inventory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Grameenphone manages telecom infrastructure for uninterrupted service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downtime, efficient resource allocation, better satisfaction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389367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&amp; Services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Apple iTunes digital distribution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bKash mobile financial services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access through phones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financial inclusion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Intimacy and Decisions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42912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Supplier Intimacy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Amazon personalizes shopping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Daraz analytics tailor product recommendations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Footwear: IS in supply chain, timely supplier communication, fewer production delays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42912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 Making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Verizon real-time dashboards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BRAC Bank analyzes transactions, detects fraud, faster lending decisions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uncertainty, more customer trust, quick market response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Advantage and Survival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608028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Uber disrupted taxis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Pathao and Shohoz built ride-sharing and delivery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and transparency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over traditional transport and logistics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Reshaped urban mobility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608028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Citibank adopted ATMs to survive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traditional banks embraced mobile banking and digital payments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from fintech such as bKash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losing customers to digital-first firms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Information Systems: Figure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at the center, six objectives around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 the core enabler of modern business strategy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are interconnected through 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 the digital backbone for achieving them</a:t>
            </a:r>
            <a:endParaRPr lang="en-US" sz="1500" dirty="0"/>
          </a:p>
        </p:txBody>
      </p:sp>
      <p:pic>
        <p:nvPicPr>
          <p:cNvPr id="5" name="Image 0" descr="w1/im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00150"/>
            <a:ext cx="4480560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Dimensions of Information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are multidimensional, not just technology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dimensions: organizational, management, technology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contributes uniquely to how IS delivers value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Organizational: hierarchies, processes, culture, coordination, knowledge sharing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leadership, planning, decision-making, strategic goals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hardware, software, databases, networks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shows how the three connect to IS</a:t>
            </a:r>
            <a:endParaRPr lang="en-US" sz="1250" dirty="0"/>
          </a:p>
        </p:txBody>
      </p:sp>
      <p:pic>
        <p:nvPicPr>
          <p:cNvPr id="5" name="Image 0" descr="w1/im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55529"/>
            <a:ext cx="3840480" cy="28496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and Management Dimensions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80681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embedded in structure and culture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hierarchies, processes, interaction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 aligns supply chain, marketing, finance across countries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Knowledge-sharing culture benefits from Teams, Slack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and supports organizational 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81635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planning, decision-making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insights to set goals, monitor performance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Bank executives track transactions, detect fraud, plan services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investments align with strategy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strong leadership, IS cannot deliver full potential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Dimension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32973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software, databases, networks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data collection, storage, processing, communication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IS can scale, stay secure, adapt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AI, IoT, cloud computing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32973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massive databases, analytics software, global networks, real-time personalization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bKash: mobile platforms, secure databases, cloud infrastructure, millions of daily transactions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Dimensions Case Study: Org and Management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757115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Unilever coordinates hierarchies and processes across countries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Grameenphone: IS for telecom infrastructure and customer service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of collaboration and responsiveness: CRM, dashboards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Footwear: supplier communication, fewer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757115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Verizon dashboards guide strategic decisions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Bank: analyzes transactions, detects fraud, plans products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data-driven decisions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Pathao: plans routes, pricing, logistics aligned with goals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Technology and Integrated 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57821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Amazon databases, analytics, networks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bKash: mobile platforms, secure databases, cloud; scalable, secure, adaptable; serves urban and rural users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Daraz: e-commerce platforms, apps, AI analytics for personalization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57821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View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are interdependent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tools; management: strategic use; organization: how IS is applied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Pathao: organizational (logistics, drivers), managerial (operations planning), technological (apps, GPS)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 a framework for efficiency, innovation, competitiveness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Contemporary Trends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major trends: globalization, digital firms, emerging technologies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evolves from support tool to strategic driver of transformation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Globalization: cross-border operations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Firms: core processes digitally enabled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Technologies: cloud, IoT, AI, mobile platforms</a:t>
            </a:r>
            <a:endParaRPr lang="en-US" sz="1400" dirty="0"/>
          </a:p>
        </p:txBody>
      </p:sp>
      <p:pic>
        <p:nvPicPr>
          <p:cNvPr id="5" name="Image 0" descr="w1/im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781" y="1097280"/>
            <a:ext cx="362955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Globalization and Digital Firms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747176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global supply chains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international teams, real-time communication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Coca-Cola: worldwide production and distribution, consistency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Grameenphone: urban and rural connectivity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barriers, expands reach, global talent pools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747176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Firms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processes digitally enabled: customers, supply chain, finance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digitizes supply chain, interface, logistics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bKash: transactions, support, compliance all digital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Agility, efficiency, scalability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computing, IoT, AI, mobile platforms reshape IS capabilities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Tesla: IoT and AI in connected vehicles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Netflix: cloud computing for worldwide streaming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Pathao: mobile platforms and GPS for ride-sharing and delivery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personalization, scalability, innovation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firms competitive in dynamic markets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Laudon &amp; Laudon. Management Information Systems: Managing the Digital Firm (Pearson)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Turban &amp; Volonino. Information Technology for Management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&amp; Marakas. Introduction to Information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 &amp; Reynolds. Principles of Information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&amp; Marakas. Management Information Systems, McGraw-Hill/Irwin, 10th Ed., 2011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Pearlson &amp; Saunders. Strategic Management of Information Systems, Wiley, 5th Ed., 2013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&amp; Peppard. Strategic Planning for Information Systems, Wiley, 3rd Ed., 2013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1462</Words>
  <Application>Microsoft Office PowerPoint</Application>
  <PresentationFormat>On-screen Show (16:9)</PresentationFormat>
  <Paragraphs>268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Uttam Kumar Dey</cp:lastModifiedBy>
  <cp:revision>8</cp:revision>
  <dcterms:created xsi:type="dcterms:W3CDTF">2026-10-01T08:31:07Z</dcterms:created>
  <dcterms:modified xsi:type="dcterms:W3CDTF">2026-10-01T09:10:19Z</dcterms:modified>
</cp:coreProperties>
</file>